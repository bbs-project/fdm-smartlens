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3" d="100"/>
          <a:sy n="73" d="100"/>
        </p:scale>
        <p:origin x="78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F770E8-368E-4733-9FC1-056FF64FA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3E05DA-C7F1-42D2-AB06-420AEE766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3EE2BE-01C7-4DBA-A12E-B91A24E10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F743-4283-4A9D-A41F-0E977561CE31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ADB416-C4F8-4E88-B98F-911F925E7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1B2180-CC58-4511-B30B-C87C6369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CD1-6380-401D-96F4-BD5161A6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05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CF8AB-FA73-4A9C-A054-8415483C6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288721-821F-4073-AE53-280E3BA4D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551800-8F15-4069-B6D9-3023FE945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F743-4283-4A9D-A41F-0E977561CE31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3ABDE1-94B5-45D1-966A-0404E4504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DC93C0-1D5A-41AD-8CE2-0810CB6FD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CD1-6380-401D-96F4-BD5161A6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9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D88BBF-7B75-4292-9398-9D92C6FB6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12C28E-DDD0-4DAF-ACC5-C99A8DB2E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4B5DA0-853E-4608-9C6F-A65F790FC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F743-4283-4A9D-A41F-0E977561CE31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FADCB5-91EA-4279-9014-B5959C02F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F1D11F-F3C1-4598-AE11-D4F37762E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CD1-6380-401D-96F4-BD5161A6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553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2DF5A5-CA7C-4D54-9059-4A549485E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0F7650-7966-44AD-8AB3-72E3C2018A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6DE32F-C26D-4D9F-9780-368B14784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E707C0-1965-4CC7-A486-78ADB9B84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F743-4283-4A9D-A41F-0E977561CE31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0BC884-E561-48E6-BA2B-28F612AEA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8B0457-3825-4F8E-918F-29E902CD4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CD1-6380-401D-96F4-BD5161A6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267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342A37-DE07-4F23-B0F1-3B68E8ACE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569561-B73F-48EF-A435-C5EF0BDAB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1FB515-A756-4998-9E6F-A93C488C9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E70338E-C6C5-404C-9E2D-53ED4F81C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4507798-F101-488E-B111-12C2F2FDEE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2B3C00-FFFA-4249-8078-AF5760DC2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F743-4283-4A9D-A41F-0E977561CE31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0F0AD0-EAF4-477C-99EB-77917DCBF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D26FDE-E4F8-4681-9BF1-D9223CA14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CD1-6380-401D-96F4-BD5161A6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841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BB5515-559D-4905-B07D-A278FB649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6FBA521-A9B5-404E-96F5-156819344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F743-4283-4A9D-A41F-0E977561CE31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E81B3E-D595-425B-88C8-3EFA5052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DB8FAE-8A57-42C0-AF6A-F218DEB9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CD1-6380-401D-96F4-BD5161A6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75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0A4A5A-8417-4378-B841-637E9169C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F743-4283-4A9D-A41F-0E977561CE31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C0BB50-AD86-4726-9035-D7F90724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18D86E-843B-4BFF-B7E3-6E2945499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CD1-6380-401D-96F4-BD5161A6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365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4EFD59-55E9-4AC1-934F-FD03271C7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8B4E3B-EFAB-4591-99B9-BF4E7B948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8FD586-794D-47ED-A3F7-4DA2879F1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6D710E-3B59-4B1C-AE4C-35369C28C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F743-4283-4A9D-A41F-0E977561CE31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91BBCD-8DF4-402C-AEEF-6E093B38A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975981-1E60-4FA8-AFB2-7019ADC9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CD1-6380-401D-96F4-BD5161A6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750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8954FA-3846-4D89-88F1-49CADE693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3A8D853-1094-49E1-8F65-FDF302F18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3365A8-2E83-4D27-855B-C3EF4AD92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6C1E23-4612-4A73-A694-768384712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F743-4283-4A9D-A41F-0E977561CE31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5D84B9-A1A7-4C56-878A-BC53D510F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05F3F4-8E70-44D8-BE0F-F38CF9326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CD1-6380-401D-96F4-BD5161A6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541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CAF7AD-4866-4489-89E2-3278B5291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63D169F-D779-459A-A06F-F428EEEEAD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5D9110-5685-4AE6-81D6-6B7276568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F743-4283-4A9D-A41F-0E977561CE31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C1F6DB-D649-4380-958B-EE57BAE5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A936AB-183D-453D-A519-C4DBA852A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CD1-6380-401D-96F4-BD5161A6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705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1168C21-CEDE-4BF4-8B0F-52072D92A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561BDD-2388-4BFD-ADE0-79C60135D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A3DDA8-9B5D-4955-B85F-9A7B48BF5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DF743-4283-4A9D-A41F-0E977561CE31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6ADF46-4BAC-4EC9-91BB-CAF2EC05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AB6001-7D2E-407B-8CB7-7F3A9DFC7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BCCD1-6380-401D-96F4-BD5161A6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9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5A9506-F053-4444-9127-C958B0FD4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B8DAF3-8DDE-444A-B9E8-B2DBD2C7B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98479A-AEBC-49DC-8AA9-9C29A82A2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DF743-4283-4A9D-A41F-0E977561CE31}" type="datetimeFigureOut">
              <a:rPr lang="ko-KR" altLang="en-US" smtClean="0"/>
              <a:t>2024-08-29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A7CC4F-8AE2-42A2-B907-1BA09C5CE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1BD8FA-21DE-4A3E-A133-948E68F2E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BCCD1-6380-401D-96F4-BD5161A6E3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089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eveloper.android.com/studio?hl=ko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63C25F-57D8-4641-9428-DD1FADAAD6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안드로이드 스마트 렌즈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130364B-2C64-4A21-8B46-DF02D19670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ReadMe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3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B025C-E406-469C-BD10-D4FAD6CB8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Native </a:t>
            </a:r>
            <a:r>
              <a:rPr lang="ko-KR" altLang="en-US" dirty="0"/>
              <a:t>설치 방법</a:t>
            </a:r>
            <a:r>
              <a:rPr lang="en-US" altLang="ko-KR" dirty="0"/>
              <a:t>(expo cli)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CE918E-9B08-4620-A1B5-812605702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Node.js </a:t>
            </a:r>
            <a:r>
              <a:rPr lang="ko-KR" altLang="en-US" dirty="0"/>
              <a:t>설치 </a:t>
            </a:r>
            <a:r>
              <a:rPr lang="en-US" altLang="ko-KR" dirty="0"/>
              <a:t>(https://nodejs.org/en/)</a:t>
            </a:r>
          </a:p>
          <a:p>
            <a:r>
              <a:rPr lang="en-US" altLang="ko-KR" dirty="0"/>
              <a:t>CMD</a:t>
            </a:r>
            <a:r>
              <a:rPr lang="ko-KR" altLang="en-US" dirty="0"/>
              <a:t>에서 </a:t>
            </a:r>
            <a:r>
              <a:rPr lang="en-US" altLang="ko-KR" dirty="0" err="1"/>
              <a:t>mkdir</a:t>
            </a:r>
            <a:r>
              <a:rPr lang="en-US" altLang="ko-KR" dirty="0"/>
              <a:t> </a:t>
            </a:r>
            <a:r>
              <a:rPr lang="en-US" altLang="ko-KR" dirty="0" err="1"/>
              <a:t>reactnative</a:t>
            </a:r>
            <a:r>
              <a:rPr lang="en-US" altLang="ko-KR" dirty="0"/>
              <a:t> (react native </a:t>
            </a:r>
            <a:r>
              <a:rPr lang="ko-KR" altLang="en-US" dirty="0"/>
              <a:t>작업 공간 생성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cd </a:t>
            </a:r>
            <a:r>
              <a:rPr lang="en-US" altLang="ko-KR" dirty="0" err="1"/>
              <a:t>reactnative</a:t>
            </a:r>
            <a:r>
              <a:rPr lang="en-US" altLang="ko-KR" dirty="0"/>
              <a:t> (</a:t>
            </a:r>
            <a:r>
              <a:rPr lang="ko-KR" altLang="en-US" dirty="0"/>
              <a:t>작업 공간 이동</a:t>
            </a:r>
            <a:r>
              <a:rPr lang="en-US" altLang="ko-KR" dirty="0"/>
              <a:t>)</a:t>
            </a:r>
          </a:p>
          <a:p>
            <a:r>
              <a:rPr lang="en-US" altLang="ko-KR" dirty="0" err="1"/>
              <a:t>npm</a:t>
            </a:r>
            <a:r>
              <a:rPr lang="en-US" altLang="ko-KR" dirty="0"/>
              <a:t> install –g expo-cli (expo cli </a:t>
            </a:r>
            <a:r>
              <a:rPr lang="ko-KR" altLang="en-US" dirty="0"/>
              <a:t>설치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3014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B025C-E406-469C-BD10-D4FAD6CB8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Native </a:t>
            </a:r>
            <a:r>
              <a:rPr lang="ko-KR" altLang="en-US" dirty="0"/>
              <a:t>설치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CE918E-9B08-4620-A1B5-812605702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React Native </a:t>
            </a:r>
            <a:r>
              <a:rPr lang="ko-KR" altLang="en-US" dirty="0"/>
              <a:t>설치 방법</a:t>
            </a:r>
            <a:r>
              <a:rPr lang="en-US" altLang="ko-KR" dirty="0"/>
              <a:t>(YouTube)</a:t>
            </a:r>
          </a:p>
          <a:p>
            <a:r>
              <a:rPr lang="en-US" altLang="ko-KR" dirty="0"/>
              <a:t>https://www.youtube.com/watch?v=TkJtqgd1mKM&amp;list=PLaHIVvYn0_AvI_qfaPTi1Wm4gioyWP-KZ&amp;index=2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8436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769A1-D110-4450-B073-5E4FCFB43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version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B976E7-8422-42A4-B3F8-3C933634F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작업 진행한 공간</a:t>
            </a:r>
            <a:endParaRPr lang="en-US" altLang="ko-KR" dirty="0"/>
          </a:p>
          <a:p>
            <a:r>
              <a:rPr lang="en-US" altLang="ko-KR" dirty="0"/>
              <a:t>Node.js</a:t>
            </a:r>
            <a:r>
              <a:rPr lang="ko-KR" altLang="en-US" dirty="0"/>
              <a:t> </a:t>
            </a:r>
            <a:r>
              <a:rPr lang="en-US" altLang="ko-KR" dirty="0"/>
              <a:t>– v20.15.0</a:t>
            </a:r>
          </a:p>
          <a:p>
            <a:r>
              <a:rPr lang="en-US" altLang="ko-KR" dirty="0" err="1"/>
              <a:t>npm</a:t>
            </a:r>
            <a:r>
              <a:rPr lang="en-US" altLang="ko-KR" dirty="0"/>
              <a:t> – 10.7.0</a:t>
            </a:r>
          </a:p>
          <a:p>
            <a:r>
              <a:rPr lang="en-US" altLang="ko-KR" dirty="0"/>
              <a:t>Yarn – 3.6.4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C73BA5-3940-4B20-810B-BA2ABE44B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952" y="1811599"/>
            <a:ext cx="4506414" cy="323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907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E6785D-2B52-4B00-8238-CEF46FAFC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Android Studio </a:t>
            </a:r>
            <a:r>
              <a:rPr lang="ko-KR" altLang="en-US" dirty="0"/>
              <a:t>설치 방법</a:t>
            </a:r>
            <a:r>
              <a:rPr lang="en-US" altLang="ko-KR" dirty="0"/>
              <a:t>(AMD)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EA44C3-2FC4-451D-AF74-FF7281FEA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https://developer.android.com/studio?hl=ko</a:t>
            </a:r>
            <a:r>
              <a:rPr lang="en-US" altLang="ko-KR" dirty="0"/>
              <a:t> </a:t>
            </a:r>
            <a:r>
              <a:rPr lang="ko-KR" altLang="en-US" dirty="0"/>
              <a:t>에서 </a:t>
            </a:r>
            <a:r>
              <a:rPr lang="en-US" altLang="ko-KR" dirty="0"/>
              <a:t>Android studio </a:t>
            </a:r>
            <a:r>
              <a:rPr lang="ko-KR" altLang="en-US" dirty="0"/>
              <a:t>설치</a:t>
            </a:r>
            <a:r>
              <a:rPr lang="en-US" altLang="ko-KR" dirty="0"/>
              <a:t>(android studio koala)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356E5E5-76B1-44CF-8818-E7CBF6475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678" y="2661139"/>
            <a:ext cx="4756921" cy="383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622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A968A9-F1A5-40F3-91CF-93759B0F0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Android Studio AVD </a:t>
            </a:r>
            <a:r>
              <a:rPr lang="ko-KR" altLang="en-US" dirty="0"/>
              <a:t>사용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9654BD-B95F-4B47-AEB0-E52759657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상단 바에서 </a:t>
            </a:r>
            <a:r>
              <a:rPr lang="en-US" altLang="ko-KR" sz="2400" dirty="0"/>
              <a:t>Tools – Device Manager </a:t>
            </a:r>
            <a:r>
              <a:rPr lang="ko-KR" altLang="en-US" sz="2400" dirty="0"/>
              <a:t>클릭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Device Manager </a:t>
            </a:r>
            <a:r>
              <a:rPr lang="ko-KR" altLang="en-US" sz="2400" dirty="0"/>
              <a:t>창에서  </a:t>
            </a:r>
            <a:r>
              <a:rPr lang="en-US" altLang="ko-KR" sz="2400" dirty="0"/>
              <a:t>‘+’(Add a new device)</a:t>
            </a:r>
            <a:r>
              <a:rPr lang="ko-KR" altLang="en-US" sz="2400" dirty="0"/>
              <a:t> 표시 클릭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Create Virtual Device </a:t>
            </a:r>
            <a:r>
              <a:rPr lang="ko-KR" altLang="en-US" sz="2400" dirty="0"/>
              <a:t>에서 클릭 후 </a:t>
            </a:r>
            <a:r>
              <a:rPr lang="en-US" altLang="ko-KR" sz="2400" dirty="0"/>
              <a:t>Pixel 4 </a:t>
            </a:r>
            <a:r>
              <a:rPr lang="ko-KR" altLang="en-US" sz="2400" dirty="0"/>
              <a:t>생성</a:t>
            </a:r>
            <a:endParaRPr lang="en-US" altLang="ko-KR" sz="2400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9BA3CF-8F8F-49D1-ABBF-50FC35780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907" y="1225504"/>
            <a:ext cx="2969909" cy="4971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43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2FC05-9DFA-482B-93A2-81D9DE291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YOLOv8</a:t>
            </a:r>
            <a:r>
              <a:rPr lang="ko-KR" altLang="en-US" dirty="0"/>
              <a:t>을 </a:t>
            </a:r>
            <a:r>
              <a:rPr lang="en-US" altLang="ko-KR" dirty="0" err="1"/>
              <a:t>tflite</a:t>
            </a:r>
            <a:r>
              <a:rPr lang="en-US" altLang="ko-KR" dirty="0"/>
              <a:t> </a:t>
            </a:r>
            <a:r>
              <a:rPr lang="ko-KR" altLang="en-US" dirty="0"/>
              <a:t>형식으로 변환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301527-B246-47F3-B29E-DF04DF299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ultralytics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YOLO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YOLO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'yolov8n.pt'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altLang="ko-KR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tflite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Python</a:t>
            </a:r>
            <a:r>
              <a:rPr lang="ko-KR" altLang="en-US" dirty="0"/>
              <a:t>에서 해당 코드를 실행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작업한 패키지들은 첨부된 </a:t>
            </a:r>
            <a:r>
              <a:rPr lang="en-US" altLang="ko-KR" dirty="0"/>
              <a:t>requirements.txt </a:t>
            </a:r>
            <a:r>
              <a:rPr lang="ko-KR" altLang="en-US" dirty="0"/>
              <a:t>참고</a:t>
            </a:r>
          </a:p>
        </p:txBody>
      </p:sp>
    </p:spTree>
    <p:extLst>
      <p:ext uri="{BB962C8B-B14F-4D97-AF65-F5344CB8AC3E}">
        <p14:creationId xmlns:p14="http://schemas.microsoft.com/office/powerpoint/2010/main" val="2156813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203</Words>
  <Application>Microsoft Office PowerPoint</Application>
  <PresentationFormat>와이드스크린</PresentationFormat>
  <Paragraphs>30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Consolas</vt:lpstr>
      <vt:lpstr>Office 테마</vt:lpstr>
      <vt:lpstr>안드로이드 스마트 렌즈</vt:lpstr>
      <vt:lpstr>React Native 설치 방법(expo cli)</vt:lpstr>
      <vt:lpstr>React Native 설치 방법</vt:lpstr>
      <vt:lpstr>version</vt:lpstr>
      <vt:lpstr>Android Studio 설치 방법(AMD)</vt:lpstr>
      <vt:lpstr>Android Studio AVD 사용 방법</vt:lpstr>
      <vt:lpstr>YOLOv8을 tflite 형식으로 변환 방법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안드로이드 스마트 렌즈</dc:title>
  <dc:creator>USER</dc:creator>
  <cp:lastModifiedBy>USER</cp:lastModifiedBy>
  <cp:revision>11</cp:revision>
  <dcterms:created xsi:type="dcterms:W3CDTF">2024-08-28T02:30:59Z</dcterms:created>
  <dcterms:modified xsi:type="dcterms:W3CDTF">2024-08-29T05:56:44Z</dcterms:modified>
</cp:coreProperties>
</file>